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Lato" panose="020F0502020204030203" pitchFamily="34" charset="0"/>
      <p:regular r:id="rId11"/>
    </p:embeddedFont>
    <p:embeddedFont>
      <p:font typeface="Lato Bold" panose="020F0502020204030203" pitchFamily="34" charset="0"/>
      <p:bold r:id="rId12"/>
    </p:embeddedFont>
    <p:embeddedFont>
      <p:font typeface="Sylfaen" panose="010A0502050306030303" pitchFamily="18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63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956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Sylfaen" panose="010A0502050306030303" pitchFamily="18" charset="0"/>
                <a:ea typeface="Lato Bold" pitchFamily="34" charset="-122"/>
                <a:cs typeface="Lato Bold" pitchFamily="34" charset="-120"/>
              </a:rPr>
              <a:t>ESPPA - Employee Skill &amp; Project Performance Analyzer</a:t>
            </a:r>
            <a:endParaRPr lang="en-US" sz="4450" dirty="0">
              <a:latin typeface="Sylfaen" panose="010A050205030603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67606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Django-based AI tool for analyzing employee performance and project productivity.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657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Academic Year: 2024–25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0D478-7619-2B5E-EE40-F047FCD31D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1477882" y="0"/>
            <a:ext cx="3152518" cy="603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DB63F5-9457-0135-0114-36611E5F0C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" y="28937"/>
            <a:ext cx="74295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49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Sylfaen" panose="010A0502050306030303" pitchFamily="18" charset="0"/>
                <a:ea typeface="Lato Bold" pitchFamily="34" charset="-122"/>
                <a:cs typeface="Lato Bold" pitchFamily="34" charset="-120"/>
              </a:rPr>
              <a:t>Meet the Team</a:t>
            </a:r>
            <a:endParaRPr lang="en-US" sz="4450" dirty="0">
              <a:latin typeface="Sylfaen" panose="010A050205030603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37366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4498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88869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Name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88869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Enroll No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943" y="288869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Branch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88869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No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53901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SANTOKI HET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53901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23002170210113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943" y="353901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353901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106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04562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18933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GHEVARIYA VEDANT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418933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23002170210032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943" y="418933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418933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107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83965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RAJODIYA RAJ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483965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23002170210108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483965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483965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118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48997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GAJERA NIRBHAY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89108" y="548997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23002170210030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545943" y="548997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802779" y="548997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123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01410" y="599658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28462" y="614029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JAIMIN BAMBHANIYA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4289108" y="614029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23002170210039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545943" y="614029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0802779" y="614029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132</a:t>
            </a:r>
            <a:endParaRPr lang="en-US" sz="17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B7ECD0F-6882-F970-5146-AF0D894E6A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1477882" y="0"/>
            <a:ext cx="3152518" cy="60384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F934312-C661-010E-4F7A-EC6BF001F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" y="28937"/>
            <a:ext cx="742950" cy="77152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F6FB694-636D-1358-A057-70D91E857A68}"/>
              </a:ext>
            </a:extLst>
          </p:cNvPr>
          <p:cNvSpPr/>
          <p:nvPr/>
        </p:nvSpPr>
        <p:spPr>
          <a:xfrm>
            <a:off x="12882623" y="7755038"/>
            <a:ext cx="1666754" cy="381965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16E843-4673-7BAD-0C06-3F0F15E8EFA3}"/>
              </a:ext>
            </a:extLst>
          </p:cNvPr>
          <p:cNvSpPr/>
          <p:nvPr/>
        </p:nvSpPr>
        <p:spPr>
          <a:xfrm>
            <a:off x="13035023" y="7907438"/>
            <a:ext cx="1666754" cy="381965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282824"/>
                </a:solidFill>
                <a:latin typeface="Sylfaen" panose="010A0502050306030303" pitchFamily="18" charset="0"/>
                <a:ea typeface="Lato Bold" pitchFamily="34" charset="-122"/>
                <a:cs typeface="Lato Bold" pitchFamily="34" charset="-120"/>
              </a:rPr>
              <a:t>Project Overview</a:t>
            </a:r>
            <a:endParaRPr lang="en-US" sz="4050" dirty="0">
              <a:latin typeface="Sylfaen" panose="010A050205030603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ESPPA is a web-based system designed to analyze employee performance and productivity.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438043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leverages machine learning models to provide smart predictions, aiding in proactive decision-making.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3170039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Managers can make data-driven HR decisions, optimizing workforce efficiency and retention.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902035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is robustly built using </a:t>
            </a: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(Django)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advanced </a:t>
            </a: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Machine Learning Models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EBF8DB-3430-C3CB-5FAC-24AB5D799F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1477882" y="0"/>
            <a:ext cx="3152518" cy="6038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A20EE3-D8EB-CEE7-9FF0-13D85CFC9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" y="28937"/>
            <a:ext cx="742950" cy="7715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5931E5-A29C-1EDF-935A-2EA7A70C6308}"/>
              </a:ext>
            </a:extLst>
          </p:cNvPr>
          <p:cNvSpPr/>
          <p:nvPr/>
        </p:nvSpPr>
        <p:spPr>
          <a:xfrm>
            <a:off x="12882623" y="7755038"/>
            <a:ext cx="1666754" cy="381965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61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Sylfaen" panose="010A0502050306030303" pitchFamily="18" charset="0"/>
                <a:ea typeface="Lato Bold" pitchFamily="34" charset="-122"/>
                <a:cs typeface="Lato Bold" pitchFamily="34" charset="-120"/>
              </a:rPr>
              <a:t>Key Features</a:t>
            </a:r>
            <a:endParaRPr lang="en-US" sz="4450" dirty="0">
              <a:latin typeface="Sylfaen" panose="010A050205030603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5860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293263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Analytics Dashboard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138011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Gain instant insights into key performance metrics with an intuitive and dynamic dashboard.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15860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2293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ML Predictions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2783681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Anticipate employee performance trends and predict potential resignations with advanced machine learning algorithms.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15860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2293263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Employee Directory &amp; Profiles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138011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Centralized access to comprehensive employee profiles, skill sets, and historical performance data.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6516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5299829"/>
            <a:ext cx="30864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Role-based Secure Login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79024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Ensuring data privacy and controlled access with secure, role-based authentication.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5165169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5299829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Comprehensive Visualizations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86356" y="6144578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Visualize data effectively with various chart types, including Bar, Pie, Histogram, and Heatmap.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8D88FF-56CF-C023-E4A5-7519DAED900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1477882" y="0"/>
            <a:ext cx="3152518" cy="6038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A027068-7AC2-9AE1-A798-1B1A11F354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0" y="28937"/>
            <a:ext cx="742950" cy="77152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0E5BAA3-7E2B-F5B4-E8B6-1501BE83E918}"/>
              </a:ext>
            </a:extLst>
          </p:cNvPr>
          <p:cNvSpPr/>
          <p:nvPr/>
        </p:nvSpPr>
        <p:spPr>
          <a:xfrm>
            <a:off x="12882623" y="7755038"/>
            <a:ext cx="1666754" cy="381965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0656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82824"/>
                </a:solidFill>
                <a:latin typeface="Sylfaen" panose="010A0502050306030303" pitchFamily="18" charset="0"/>
                <a:ea typeface="Lato Bold" pitchFamily="34" charset="-122"/>
                <a:cs typeface="Lato Bold" pitchFamily="34" charset="-120"/>
              </a:rPr>
              <a:t>How ESPPA Works</a:t>
            </a:r>
            <a:endParaRPr lang="en-US" sz="3950" dirty="0">
              <a:latin typeface="Sylfaen" panose="010A050205030603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Upload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24764" y="2236113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administrator securely uploads employee data into the system.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ML Processing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24764" y="3451860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Machine learning models process the data to predict performance and identify trends.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Dashboard Display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24764" y="4667607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dashboard presents analytics, visual trends, and predictive insights.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User Interaction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24764" y="5883354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HR and administrators can view and filter detailed employee information.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Secure Access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24764" y="7099102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Role-based access ensures data integrity and confidentiality for all users.</a:t>
            </a:r>
            <a:endParaRPr lang="en-US" sz="15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A121BF-4AE7-E375-BCB9-0674DC1E66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1477882" y="0"/>
            <a:ext cx="3152518" cy="6038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E3EA38-0F6F-5BAB-DDB2-87FC291D60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0" y="28937"/>
            <a:ext cx="742950" cy="77152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D5E424-09E9-6B89-A89B-6E916691AB36}"/>
              </a:ext>
            </a:extLst>
          </p:cNvPr>
          <p:cNvSpPr/>
          <p:nvPr/>
        </p:nvSpPr>
        <p:spPr>
          <a:xfrm>
            <a:off x="12882623" y="7755038"/>
            <a:ext cx="1666754" cy="381965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82266"/>
            <a:ext cx="57208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Sylfaen" panose="010A0502050306030303" pitchFamily="18" charset="0"/>
                <a:ea typeface="Lato Bold" pitchFamily="34" charset="-122"/>
                <a:cs typeface="Lato Bold" pitchFamily="34" charset="-120"/>
              </a:rPr>
              <a:t>Our Robust Tech Stack</a:t>
            </a:r>
            <a:endParaRPr lang="en-US" sz="4450" dirty="0">
              <a:latin typeface="Sylfaen" panose="010A050205030603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258020"/>
            <a:ext cx="333922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Backend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2910126"/>
            <a:ext cx="33392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3.8+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352324"/>
            <a:ext cx="33392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Django 4.2.7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794522"/>
            <a:ext cx="33392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SQLite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384238"/>
            <a:ext cx="333922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Frontend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93790" y="5036344"/>
            <a:ext cx="33392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HTML5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478542"/>
            <a:ext cx="33392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CSS3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5920740"/>
            <a:ext cx="33392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Bootstrap 5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362938"/>
            <a:ext cx="33392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Chart.js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694039" y="225802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Machine Learning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4694039" y="2910126"/>
            <a:ext cx="36636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Scikit-learn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694039" y="3352324"/>
            <a:ext cx="36636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694039" y="3794522"/>
            <a:ext cx="36636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NumPy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694039" y="4236720"/>
            <a:ext cx="36636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Seaborn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4694039" y="4678918"/>
            <a:ext cx="36636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Matplotlib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694039" y="52686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Development Tools</a:t>
            </a:r>
            <a:endParaRPr lang="en-US" sz="2650" dirty="0"/>
          </a:p>
        </p:txBody>
      </p:sp>
      <p:sp>
        <p:nvSpPr>
          <p:cNvPr id="20" name="Text 17"/>
          <p:cNvSpPr/>
          <p:nvPr/>
        </p:nvSpPr>
        <p:spPr>
          <a:xfrm>
            <a:off x="4694039" y="5920740"/>
            <a:ext cx="36636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Jupyter Notebook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4694039" y="6362938"/>
            <a:ext cx="36636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4694039" y="6805136"/>
            <a:ext cx="36636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Virtual Environment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034A64F-1685-D304-192C-CB826ABAE4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1477882" y="0"/>
            <a:ext cx="3152518" cy="6038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B4BAA1-7B1B-3430-72E6-A8EDDB8AE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" y="28937"/>
            <a:ext cx="74295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78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Sylfaen" panose="010A0502050306030303" pitchFamily="18" charset="0"/>
                <a:ea typeface="Lato Bold" pitchFamily="34" charset="-122"/>
                <a:cs typeface="Lato Bold" pitchFamily="34" charset="-120"/>
              </a:rPr>
              <a:t>Future Enhancements</a:t>
            </a:r>
            <a:endParaRPr lang="en-US" sz="4450" dirty="0">
              <a:latin typeface="Sylfaen" panose="010A050205030603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00288"/>
            <a:ext cx="13042821" cy="4791313"/>
          </a:xfrm>
          <a:prstGeom prst="roundRect">
            <a:avLst>
              <a:gd name="adj" fmla="val 710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300288"/>
            <a:ext cx="4347567" cy="2758559"/>
          </a:xfrm>
          <a:prstGeom prst="roundRect">
            <a:avLst>
              <a:gd name="adj" fmla="val 1233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2527102"/>
            <a:ext cx="29488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Mobile App Integration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017520"/>
            <a:ext cx="355377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Developing native mobile applications using Flutter or React Native for on-the-go access.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1357" y="2300288"/>
            <a:ext cx="4347567" cy="2758559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2300288"/>
            <a:ext cx="30480" cy="2758559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9" name="Text 7"/>
          <p:cNvSpPr/>
          <p:nvPr/>
        </p:nvSpPr>
        <p:spPr>
          <a:xfrm>
            <a:off x="5708333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Advanced ML Models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08333" y="3017520"/>
            <a:ext cx="32136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Integrating sophisticated machine learning models like XGBoost and Neural Networks for enhanced prediction accuracy.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488924" y="2300288"/>
            <a:ext cx="4347567" cy="2758559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8924" y="2300288"/>
            <a:ext cx="30480" cy="2758559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5900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API Endpoints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5900" y="3017520"/>
            <a:ext cx="355377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Creating robust API endpoints to allow seamless integration with other internal and external systems.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058847"/>
            <a:ext cx="6521291" cy="2032754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058847"/>
            <a:ext cx="6521291" cy="30480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17" name="Text 15"/>
          <p:cNvSpPr/>
          <p:nvPr/>
        </p:nvSpPr>
        <p:spPr>
          <a:xfrm>
            <a:off x="1020604" y="52856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 Reporting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0604" y="5776079"/>
            <a:ext cx="57275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Implementing highly customizable dashboards and advanced reporting features to meet diverse analytical needs.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315081" y="5058847"/>
            <a:ext cx="6521410" cy="2032754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081" y="5058847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081" y="5058847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22" name="Text 20"/>
          <p:cNvSpPr/>
          <p:nvPr/>
        </p:nvSpPr>
        <p:spPr>
          <a:xfrm>
            <a:off x="7882057" y="52856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Monitoring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82057" y="5776079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Introducing real-time performance monitoring to provide immediate insights and alerts.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4857869" y="3396020"/>
            <a:ext cx="566976" cy="566976"/>
          </a:xfrm>
          <a:prstGeom prst="roundRect">
            <a:avLst>
              <a:gd name="adj" fmla="val 6001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553" y="3502343"/>
            <a:ext cx="283488" cy="35433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9205436" y="3396020"/>
            <a:ext cx="566976" cy="566976"/>
          </a:xfrm>
          <a:prstGeom prst="roundRect">
            <a:avLst>
              <a:gd name="adj" fmla="val 6001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121" y="3502343"/>
            <a:ext cx="283488" cy="35433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7031593" y="5791676"/>
            <a:ext cx="566976" cy="566976"/>
          </a:xfrm>
          <a:prstGeom prst="roundRect">
            <a:avLst>
              <a:gd name="adj" fmla="val 6001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278" y="5897999"/>
            <a:ext cx="283488" cy="35433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6DBC6BF-403E-03A4-3160-FACB5EC26C4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1477882" y="0"/>
            <a:ext cx="3152518" cy="60384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9A67B31-959F-B1FB-910F-8437DFE83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40" y="28937"/>
            <a:ext cx="742950" cy="77152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FC79858D-F528-383C-22C5-7430D0AD1EC6}"/>
              </a:ext>
            </a:extLst>
          </p:cNvPr>
          <p:cNvSpPr/>
          <p:nvPr/>
        </p:nvSpPr>
        <p:spPr>
          <a:xfrm>
            <a:off x="12882623" y="7755038"/>
            <a:ext cx="1666754" cy="381965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27785"/>
            <a:ext cx="7556421" cy="425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700"/>
              </a:lnSpc>
              <a:buNone/>
            </a:pPr>
            <a:r>
              <a:rPr lang="en-US" sz="13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</a:t>
            </a:r>
            <a:r>
              <a:rPr lang="en-US" sz="13350" b="1" dirty="0">
                <a:solidFill>
                  <a:srgbClr val="282824"/>
                </a:solidFill>
                <a:latin typeface="Sylfaen" panose="010A0502050306030303" pitchFamily="18" charset="0"/>
                <a:ea typeface="Lato Bold" pitchFamily="34" charset="-122"/>
                <a:cs typeface="Lato Bold" pitchFamily="34" charset="-120"/>
              </a:rPr>
              <a:t>Thank You!</a:t>
            </a:r>
            <a:endParaRPr lang="en-US" sz="13350" dirty="0">
              <a:latin typeface="Sylfaen" panose="010A050205030603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592085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appreciate your time and attention.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65389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Any Questions?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E0437-A1AC-5A76-8889-A65476FB20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1477882" y="0"/>
            <a:ext cx="3152518" cy="603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B006BB-324F-B997-BD3B-F424D1253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" y="28937"/>
            <a:ext cx="742950" cy="7715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5FA2BD-2CEF-A865-A3B9-2AFD89DE93C1}"/>
              </a:ext>
            </a:extLst>
          </p:cNvPr>
          <p:cNvSpPr/>
          <p:nvPr/>
        </p:nvSpPr>
        <p:spPr>
          <a:xfrm>
            <a:off x="12882623" y="7755038"/>
            <a:ext cx="1666754" cy="381965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413</Words>
  <Application>Microsoft Office PowerPoint</Application>
  <PresentationFormat>Custom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Lato</vt:lpstr>
      <vt:lpstr>Arial</vt:lpstr>
      <vt:lpstr>Lato Bold</vt:lpstr>
      <vt:lpstr>Sylfaen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Het santoki</cp:lastModifiedBy>
  <cp:revision>3</cp:revision>
  <dcterms:created xsi:type="dcterms:W3CDTF">2025-08-06T22:09:30Z</dcterms:created>
  <dcterms:modified xsi:type="dcterms:W3CDTF">2025-08-07T00:35:52Z</dcterms:modified>
</cp:coreProperties>
</file>